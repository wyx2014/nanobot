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7"/>
  </p:notesMasterIdLst>
  <p:sldIdLst>
    <p:sldId id="296" r:id="rId4"/>
    <p:sldId id="908" r:id="rId5"/>
    <p:sldId id="280" r:id="rId6"/>
  </p:sldIdLst>
  <p:sldSz cx="12192000" cy="6858000"/>
  <p:notesSz cx="9144000" cy="6858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ngsoft" initials="k" lastIdx="1" clrIdx="0"/>
  <p:cmAuthor id="75" name="作者" initials="A" lastIdx="0" clrIdx="24"/>
  <p:cmAuthor id="0" name="91X" initials="9" lastIdx="14" clrIdx="0"/>
  <p:cmAuthor id="7" name="1206988966@qq.com" initials="1" lastIdx="1" clrIdx="2"/>
  <p:cmAuthor id="8" name="姜伟光" initials="姜" lastIdx="1" clrIdx="0"/>
  <p:cmAuthor id="2" name="Administrator" initials="A" lastIdx="3" clrIdx="1"/>
  <p:cmAuthor id="3" name="Lvlin Guo" initials="LG" lastIdx="1" clrIdx="2"/>
  <p:cmAuthor id="4" name="Edwin Zhai" initials="EZ" lastIdx="2" clrIdx="3"/>
  <p:cmAuthor id="5" name="Ke K Yuan" initials="KKY" lastIdx="1" clrIdx="4"/>
  <p:cmAuthor id="6" name="ming qiu" initials="m" lastIdx="17" clrIdx="1"/>
  <p:cmAuthor id="29" name="yingchao xi" initials="y" lastIdx="7" clrIdx="0"/>
  <p:cmAuthor id="30" name="hy-tkyl" initials="h" lastIdx="3" clrIdx="0"/>
  <p:cmAuthor id="9" name="user" initials="u" lastIdx="5" clrIdx="5"/>
  <p:cmAuthor id="10" name="未知用户5" initials="未" lastIdx="1" clrIdx="0"/>
  <p:cmAuthor id="11" name="未知用户4" initials="未" lastIdx="0" clrIdx="0"/>
  <p:cmAuthor id="12" name="Admin" initials="A" lastIdx="0" clrIdx="0"/>
  <p:cmAuthor id="14" name="?定义" initials="?" lastIdx="2" clrIdx="0"/>
  <p:cmAuthor id="15" name="杨国" initials="杨" lastIdx="3" clrIdx="0"/>
  <p:cmAuthor id="16" name="tkuser" initials="t" lastIdx="1" clrIdx="0"/>
  <p:cmAuthor id="17" name="梁潇-lhq" initials="梁" lastIdx="1" clrIdx="0"/>
  <p:cmAuthor id="18" name="tplife" initials="t" lastIdx="2" clrIdx="0"/>
  <p:cmAuthor id="19" name="zhenwb" initials="z" lastIdx="1" clrIdx="17"/>
  <p:cmAuthor id="20" name="ansen emma" initials="a" lastIdx="1" clrIdx="18"/>
  <p:cmAuthor id="21" name="WHTP" initials="W" lastIdx="1" clrIdx="20"/>
  <p:cmAuthor id="22" name="未知用户6" initials="未" lastIdx="1" clrIdx="0"/>
  <p:cmAuthor id="23" name="余潇迎" initials="余" lastIdx="2" clrIdx="0"/>
  <p:cmAuthor id="24" name="LENOVO" initials="L" lastIdx="1" clrIdx="0"/>
  <p:cmAuthor id="25" name="w" initials="w" lastIdx="2" clrIdx="0"/>
  <p:cmAuthor id="27" name="陈 橙橙" initials="陈" lastIdx="1" clrIdx="21"/>
  <p:cmAuthor id="28" name="User" initials="U" lastIdx="0" clrIdx="0"/>
  <p:cmAuthor id="13" name="方朝军/产品推动室/产品开发推广部/总公司" initials="方" lastIdx="2" clrIdx="0"/>
  <p:cmAuthor id="31" name="za-jijingting" initials="z" lastIdx="1" clrIdx="30"/>
  <p:cmAuthor id="32" name="Sicheng Wang" initials="SW" lastIdx="21" clrIdx="31"/>
  <p:cmAuthor id="33" name="罗 涛" initials="罗" lastIdx="2" clrIdx="32"/>
  <p:cmAuthor id="26" name="张 嘉怡" initials="张" lastIdx="1" clrIdx="16"/>
  <p:cmAuthor id="107" name="minty minty" initials="m" lastIdx="1" clrIdx="0"/>
  <p:cmAuthor id="108" name="松 李" initials="松" lastIdx="1" clrIdx="4"/>
  <p:cmAuthor id="109" name="CHEN LONG" initials="C" lastIdx="1" clrIdx="21"/>
  <p:cmAuthor id="110" name="彬 罗" initials="彬" lastIdx="1" clrIdx="1"/>
  <p:cmAuthor id="111" name="feng wei" initials="f" lastIdx="1" clrIdx="0"/>
  <p:cmAuthor id="112" name="罗彬" initials="罗" lastIdx="1" clrIdx="0"/>
  <p:cmAuthor id="113" name="刘盛潮" initials="刘" lastIdx="8" clrIdx="0"/>
  <p:cmAuthor id="114" name="1 mac" initials="1" lastIdx="1" clrIdx="0"/>
  <p:cmAuthor id="115" name="王永" initials="王" lastIdx="4" clrIdx="94"/>
  <p:cmAuthor id="117" name="喰?" initials="喰" lastIdx="20" clrIdx="0"/>
  <p:cmAuthor id="121" name="回校" initials="回" lastIdx="1" clrIdx="0"/>
  <p:cmAuthor id="122" name="刘 念" initials="刘" lastIdx="2" clrIdx="35"/>
  <p:cmAuthor id="123" name="li hw" initials="l" lastIdx="1" clrIdx="36"/>
  <p:cmAuthor id="124" name="caoyq0624" initials="c" lastIdx="2" clrIdx="0"/>
  <p:cmAuthor id="129" name="Q Q" initials="Q" lastIdx="1" clrIdx="3"/>
  <p:cmAuthor id="130" name="柳 先涛" initials="柳" lastIdx="8" clrIdx="0"/>
  <p:cmAuthor id="131" name="袁 栋" initials="袁" lastIdx="1" clrIdx="34"/>
  <p:cmAuthor id="132" name="FR" initials="F" lastIdx="1" clrIdx="93"/>
  <p:cmAuthor id="34" name="ASUS" initials="A" lastIdx="4" clrIdx="0"/>
  <p:cmAuthor id="36" name="catlaohu" initials="c" lastIdx="2" clrIdx="0"/>
  <p:cmAuthor id="37" name="盛红" initials="盛" lastIdx="0" clrIdx="0"/>
  <p:cmAuthor id="39" name="林玲 郑" initials="林" lastIdx="12" clrIdx="0"/>
  <p:cmAuthor id="40" name="志龙 姜" initials="志" lastIdx="3" clrIdx="0"/>
  <p:cmAuthor id="41" name="554154816@qq.com" initials="5" lastIdx="0" clrIdx="0"/>
  <p:cmAuthor id="42" name="吴岩" initials="吴" lastIdx="1" clrIdx="0"/>
  <p:cmAuthor id="43" name="宋昆" initials="宋" lastIdx="0" clrIdx="0"/>
  <p:cmAuthor id="44" name="xiong" initials="x" lastIdx="1" clrIdx="0"/>
  <p:cmAuthor id="45" name="庞宝国" initials="庞" lastIdx="2" clrIdx="0"/>
  <p:cmAuthor id="46" name="Sandra" initials="S" lastIdx="0" clrIdx="0"/>
  <p:cmAuthor id="47" name="黄 兴贵" initials="黄" lastIdx="1" clrIdx="0"/>
  <p:cmAuthor id="48" name="zhouyangfan" initials="z" lastIdx="0" clrIdx="0"/>
  <p:cmAuthor id="50" name="陈静雯" initials="陈" lastIdx="2" clrIdx="0"/>
  <p:cmAuthor id="51" name="孙璐璐" initials="孙" lastIdx="1" clrIdx="0"/>
  <p:cmAuthor id="52" name="新萝卜家园" initials="新" lastIdx="0" clrIdx="0"/>
  <p:cmAuthor id="53" name="1003776019@qq.com" initials="1" lastIdx="1" clrIdx="33"/>
  <p:cmAuthor id="54" name="Jinyi" initials="J" lastIdx="42" clrIdx="2"/>
  <p:cmAuthor id="55" name="PC" initials="P" lastIdx="19" clrIdx="3"/>
  <p:cmAuthor id="57" name="江涛 李" initials="江" lastIdx="2" clrIdx="0"/>
  <p:cmAuthor id="58" name="CommUser" initials="C" lastIdx="4" clrIdx="0"/>
  <p:cmAuthor id="60" name="卫天一" initials="卫" lastIdx="1" clrIdx="0"/>
  <p:cmAuthor id="61" name="刘承刚" initials="刘" lastIdx="3" clrIdx="2"/>
  <p:cmAuthor id="62" name="hanwen luo" initials="hl" lastIdx="1" clrIdx="33"/>
  <p:cmAuthor id="63" name="未知用户41" initials="未知用户41" lastIdx="1" clrIdx="0"/>
  <p:cmAuthor id="64" name="wangcz2" initials="w" lastIdx="3" clrIdx="0"/>
  <p:cmAuthor id="65" name="tianan" initials="t" lastIdx="1" clrIdx="5"/>
  <p:cmAuthor id="66" name="Microsoft" initials="M" lastIdx="1" clrIdx="0"/>
  <p:cmAuthor id="67" name="未知用户14" initials="未" lastIdx="4" clrIdx="2"/>
  <p:cmAuthor id="68" name="tkyan" initials="t" lastIdx="1" clrIdx="16"/>
  <p:cmAuthor id="69" name="jxgy15" initials="j" lastIdx="0" clrIdx="0"/>
  <p:cmAuthor id="70" name="朱粒" initials="朱" lastIdx="1" clrIdx="2"/>
  <p:cmAuthor id="71" name="Sky123.Org" initials="S" lastIdx="1" clrIdx="0"/>
  <p:cmAuthor id="72" name="zhouyiming" initials="z" lastIdx="15" clrIdx="0"/>
  <p:cmAuthor id="73" name="User_2" initials="U" lastIdx="3" clrIdx="1"/>
  <p:cmAuthor id="74" name="yaoxiaojun" initials="y" lastIdx="1" clrIdx="0"/>
  <p:cmAuthor id="76" name="sxp" initials="s" lastIdx="1" clrIdx="2"/>
  <p:cmAuthor id="77" name="幺以谦" initials="幺" lastIdx="2" clrIdx="1"/>
  <p:cmAuthor id="78" name="未知用户24" initials="未" lastIdx="1" clrIdx="0"/>
  <p:cmAuthor id="79" name="dingyuemei" initials="d" lastIdx="1" clrIdx="21"/>
  <p:cmAuthor id="80" name="Simon Camp" initials="" lastIdx="1" clrIdx="0"/>
  <p:cmAuthor id="81" name="张星-lgd" initials="张" lastIdx="5" clrIdx="0"/>
  <p:cmAuthor id="82" name="yangdi" initials="y" lastIdx="8" clrIdx="0"/>
  <p:cmAuthor id="83" name="Microsoft Office 用户" initials="M" lastIdx="0" clrIdx="0"/>
  <p:cmAuthor id="84" name="中星 叶" initials="中星" lastIdx="1" clrIdx="22"/>
  <p:cmAuthor id="85" name="董晔" initials="董" lastIdx="9" clrIdx="0"/>
  <p:cmAuthor id="87" name="徐 宁" initials="徐" lastIdx="1" clrIdx="0"/>
  <p:cmAuthor id="88" name="QBOSSCHEN" initials="Q" lastIdx="1" clrIdx="0"/>
  <p:cmAuthor id="89" name="Wangzhi gang" initials="W" lastIdx="1" clrIdx="0"/>
  <p:cmAuthor id="90" name="ozg106" initials="o" lastIdx="1" clrIdx="92"/>
  <p:cmAuthor id="91" name="宋洁然" initials="宋" lastIdx="2" clrIdx="1"/>
  <p:cmAuthor id="93" name="小田" initials="小" lastIdx="1" clrIdx="0"/>
  <p:cmAuthor id="94" name="tpuser" initials="t" lastIdx="1" clrIdx="0"/>
  <p:cmAuthor id="95" name="Wang, Cherry-J" initials="W" lastIdx="17" clrIdx="1"/>
  <p:cmAuthor id="96" name="apple" initials="a" lastIdx="1" clrIdx="0"/>
  <p:cmAuthor id="97" name="James Conard" initials="J" lastIdx="3" clrIdx="0"/>
  <p:cmAuthor id="98" name="Calvin G" initials="C" lastIdx="1" clrIdx="0"/>
  <p:cmAuthor id="99" name="张莹" initials="张" lastIdx="2" clrIdx="0"/>
  <p:cmAuthor id="100" name="MC SYSTEM" initials="M" lastIdx="2" clrIdx="0"/>
  <p:cmAuthor id="101" name="spring_ren" initials="s" lastIdx="2" clrIdx="1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18" name="nieqq" initials="n" lastIdx="1" clrIdx="117"/>
  <p:cmAuthor id="120" name="wangw" initials="w" lastIdx="14" clrIdx="119"/>
  <p:cmAuthor id="35" name="xueku" initials="x" lastIdx="1" clrIdx="34"/>
  <p:cmAuthor id="38" name="??" initials="?" lastIdx="1" clrIdx="0"/>
  <p:cmAuthor id="56" name="吕震" initials="吕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00B050"/>
    <a:srgbClr val="138B72"/>
    <a:srgbClr val="189344"/>
    <a:srgbClr val="19A34A"/>
    <a:srgbClr val="00AA54"/>
    <a:srgbClr val="006DBF"/>
    <a:srgbClr val="1EA64F"/>
    <a:srgbClr val="0C4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827" autoAdjust="0"/>
  </p:normalViewPr>
  <p:slideViewPr>
    <p:cSldViewPr snapToGrid="0" showGuides="1">
      <p:cViewPr>
        <p:scale>
          <a:sx n="76" d="100"/>
          <a:sy n="76" d="100"/>
        </p:scale>
        <p:origin x="-1224" y="-544"/>
      </p:cViewPr>
      <p:guideLst>
        <p:guide orient="horz" pos="216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4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CC9DA-1A06-40BD-85CC-393D31EAD787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E1B59-7666-49C2-B1A3-1036775EF274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5"/>
          <p:cNvSpPr txBox="1"/>
          <p:nvPr>
            <p:custDataLst>
              <p:tags r:id="rId2"/>
            </p:custDataLst>
          </p:nvPr>
        </p:nvSpPr>
        <p:spPr>
          <a:xfrm>
            <a:off x="801503" y="2679740"/>
            <a:ext cx="694021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zh-TW" sz="4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信息科技部</a:t>
            </a:r>
            <a:r>
              <a:rPr lang="zh-TW" altLang="en-US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TW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CN" altLang="en-US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en-US" altLang="zh-CN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xx</a:t>
            </a:r>
            <a:r>
              <a:rPr lang="zh-CN" altLang="en-US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项目跟踪</a:t>
            </a:r>
            <a:r>
              <a:rPr lang="zh-TW" altLang="en-US" sz="3000" b="1" dirty="0">
                <a:solidFill>
                  <a:srgbClr val="145EA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HK" altLang="en-US" sz="3000" b="1" dirty="0">
              <a:solidFill>
                <a:srgbClr val="145EA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6"/>
          <p:cNvSpPr txBox="1"/>
          <p:nvPr>
            <p:custDataLst>
              <p:tags r:id="rId3"/>
            </p:custDataLst>
          </p:nvPr>
        </p:nvSpPr>
        <p:spPr>
          <a:xfrm>
            <a:off x="793750" y="3808344"/>
            <a:ext cx="6381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 b="1" dirty="0">
                <a:solidFill>
                  <a:srgbClr val="1EA64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太平</a:t>
            </a:r>
            <a:r>
              <a:rPr lang="zh-CN" altLang="zh-TW" sz="2800" b="1" dirty="0">
                <a:solidFill>
                  <a:srgbClr val="1EA64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资产管理有限</a:t>
            </a:r>
            <a:r>
              <a:rPr lang="zh-CN" altLang="zh-TW" sz="2800" b="1" dirty="0">
                <a:solidFill>
                  <a:srgbClr val="1EA64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公司</a:t>
            </a:r>
            <a:endParaRPr lang="zh-CN" altLang="zh-TW" sz="2800" b="1" dirty="0">
              <a:solidFill>
                <a:srgbClr val="1EA64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字方塊 7"/>
          <p:cNvSpPr txBox="1"/>
          <p:nvPr>
            <p:custDataLst>
              <p:tags r:id="rId4"/>
            </p:custDataLst>
          </p:nvPr>
        </p:nvSpPr>
        <p:spPr>
          <a:xfrm>
            <a:off x="4696265" y="5622281"/>
            <a:ext cx="27994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HK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08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  <a:endParaRPr lang="zh-HK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jE5ZjljODgxMmYxYTU5NzM5OGYwMzI2ZWU0ZjA3OTg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 wrap="square">
        <a:spAutoFit/>
      </a:bodyPr>
      <a:lstStyle>
        <a:defPPr algn="l" eaLnBrk="1" hangingPunct="1">
          <a:defRPr sz="24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Microsoft JhengHei</vt:lpstr>
      <vt:lpstr>等线</vt:lpstr>
      <vt:lpstr>Calibri</vt:lpstr>
      <vt:lpstr>Arial Unicode MS</vt:lpstr>
      <vt:lpstr>PMingLiU</vt:lpstr>
      <vt:lpstr>Segoe Print</vt:lpstr>
      <vt:lpstr>Calibri Light</vt:lpstr>
      <vt:lpstr>webwppDefTheme</vt:lpstr>
      <vt:lpstr>Office 佈景主題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/>
  <cp:lastModifiedBy>wangyb</cp:lastModifiedBy>
  <cp:revision>2</cp:revision>
  <dcterms:created xsi:type="dcterms:W3CDTF">2026-08-31T06:16:09Z</dcterms:created>
  <dcterms:modified xsi:type="dcterms:W3CDTF">2026-08-31T06:16:18Z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003A06098B1644B38642CBA7C1478D00_13</vt:lpwstr>
  </property>
  <property fmtid="{D5CDD505-2E9C-101B-9397-08002B2CF9AE}" pid="3" name="KSOProductBuildVer">
    <vt:lpwstr>2052-11.8.2.12309</vt:lpwstr>
  </property>
</Properties>
</file>